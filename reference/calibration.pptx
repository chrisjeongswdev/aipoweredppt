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B0032"/>
    <a:srgbClr val="CE223E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39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9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3" d="100"/>
          <a:sy n="73" d="100"/>
        </p:scale>
        <p:origin x="3425" y="4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F0915F-7256-4DD1-A448-AEEA02B5A028}" type="datetimeFigureOut">
              <a:rPr lang="ko-KR" altLang="en-US" smtClean="0"/>
              <a:t>2026-07-12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C76CE7-CF43-4A38-8873-691D5AD09D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222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2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2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6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9A8CE2D0-1828-4DB0-A6B0-6794C90B14A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57973" y="0"/>
            <a:ext cx="6832842" cy="6858000"/>
          </a:xfrm>
          <a:prstGeom prst="rect">
            <a:avLst/>
          </a:prstGeom>
        </p:spPr>
      </p:pic>
      <p:pic>
        <p:nvPicPr>
          <p:cNvPr id="5" name="그래픽 4">
            <a:extLst>
              <a:ext uri="{FF2B5EF4-FFF2-40B4-BE49-F238E27FC236}">
                <a16:creationId xmlns:a16="http://schemas.microsoft.com/office/drawing/2014/main" id="{7268159A-AD63-49E9-80BE-F29D550D3FB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5181" y="585074"/>
            <a:ext cx="1552575" cy="190500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B233AA7-D699-490E-82E9-396BEED3F95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5181" y="3087928"/>
            <a:ext cx="9713912" cy="5127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8" name="텍스트 개체 틀 2">
            <a:extLst>
              <a:ext uri="{FF2B5EF4-FFF2-40B4-BE49-F238E27FC236}">
                <a16:creationId xmlns:a16="http://schemas.microsoft.com/office/drawing/2014/main" id="{28A4C006-70F5-4F98-9866-8609F6309A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5181" y="3770072"/>
            <a:ext cx="9713912" cy="5127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>
                    <a:lumMod val="50000"/>
                  </a:schemeClr>
                </a:solidFill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defRPr>
            </a:lvl1pPr>
          </a:lstStyle>
          <a:p>
            <a:pPr lvl="0"/>
            <a:r>
              <a:rPr lang="ko-KR" altLang="en-US" dirty="0"/>
              <a:t>날짜</a:t>
            </a:r>
          </a:p>
        </p:txBody>
      </p:sp>
    </p:spTree>
    <p:extLst>
      <p:ext uri="{BB962C8B-B14F-4D97-AF65-F5344CB8AC3E}">
        <p14:creationId xmlns:p14="http://schemas.microsoft.com/office/powerpoint/2010/main" val="2243943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E8CDB77-3814-4D7F-ABFB-B1336FD5DC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91" y="714054"/>
            <a:ext cx="3879740" cy="667820"/>
          </a:xfrm>
          <a:prstGeom prst="rect">
            <a:avLst/>
          </a:prstGeom>
        </p:spPr>
      </p:pic>
      <p:pic>
        <p:nvPicPr>
          <p:cNvPr id="6" name="그래픽 5">
            <a:extLst>
              <a:ext uri="{FF2B5EF4-FFF2-40B4-BE49-F238E27FC236}">
                <a16:creationId xmlns:a16="http://schemas.microsoft.com/office/drawing/2014/main" id="{6D6AA3BE-51A2-4494-8F75-524DB0F8079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54671" y="812528"/>
            <a:ext cx="1233682" cy="151372"/>
          </a:xfrm>
          <a:prstGeom prst="rect">
            <a:avLst/>
          </a:prstGeom>
        </p:spPr>
      </p:pic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E7464330-7283-E93B-419A-322ED05CFDD9}"/>
              </a:ext>
            </a:extLst>
          </p:cNvPr>
          <p:cNvSpPr txBox="1">
            <a:spLocks/>
          </p:cNvSpPr>
          <p:nvPr userDrawn="1"/>
        </p:nvSpPr>
        <p:spPr>
          <a:xfrm>
            <a:off x="9316890" y="644801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F4DD787-3CA6-4450-B110-6122DB219DF4}" type="slidenum">
              <a:rPr lang="ko-KR" altLang="en-US" sz="900" smtClean="0"/>
              <a:pPr/>
              <a:t>‹#›</a:t>
            </a:fld>
            <a:endParaRPr lang="ko-KR" altLang="en-US" sz="900"/>
          </a:p>
        </p:txBody>
      </p:sp>
    </p:spTree>
    <p:extLst>
      <p:ext uri="{BB962C8B-B14F-4D97-AF65-F5344CB8AC3E}">
        <p14:creationId xmlns:p14="http://schemas.microsoft.com/office/powerpoint/2010/main" val="370107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D948C212-8944-490F-965F-0C60032DFF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29891" y="0"/>
            <a:ext cx="6758217" cy="6858000"/>
          </a:xfrm>
          <a:prstGeom prst="rect">
            <a:avLst/>
          </a:prstGeom>
        </p:spPr>
      </p:pic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36A0017B-1708-4174-B8E5-11257260D73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5181" y="2572216"/>
            <a:ext cx="5475017" cy="44328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DB0032"/>
                </a:solidFill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defRPr>
            </a:lvl1pPr>
          </a:lstStyle>
          <a:p>
            <a:pPr lvl="0"/>
            <a:r>
              <a:rPr lang="en-US" altLang="ko-KR" dirty="0"/>
              <a:t>01</a:t>
            </a:r>
          </a:p>
        </p:txBody>
      </p:sp>
      <p:sp>
        <p:nvSpPr>
          <p:cNvPr id="11" name="텍스트 개체 틀 8">
            <a:extLst>
              <a:ext uri="{FF2B5EF4-FFF2-40B4-BE49-F238E27FC236}">
                <a16:creationId xmlns:a16="http://schemas.microsoft.com/office/drawing/2014/main" id="{D914123D-F39E-409F-852E-DF9767095F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5181" y="3292682"/>
            <a:ext cx="5475017" cy="44328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solidFill>
                  <a:schemeClr val="tx1"/>
                </a:solidFill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defRPr>
            </a:lvl1pPr>
          </a:lstStyle>
          <a:p>
            <a:pPr lvl="0"/>
            <a:r>
              <a:rPr lang="ko-KR" altLang="en-US" dirty="0"/>
              <a:t>표제</a:t>
            </a:r>
            <a:endParaRPr lang="en-US" altLang="ko-KR" dirty="0"/>
          </a:p>
        </p:txBody>
      </p:sp>
      <p:sp>
        <p:nvSpPr>
          <p:cNvPr id="12" name="텍스트 개체 틀 8">
            <a:extLst>
              <a:ext uri="{FF2B5EF4-FFF2-40B4-BE49-F238E27FC236}">
                <a16:creationId xmlns:a16="http://schemas.microsoft.com/office/drawing/2014/main" id="{AB2D5424-867A-43CD-B020-277692C2430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181" y="3874448"/>
            <a:ext cx="5475017" cy="44328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>
                    <a:lumMod val="50000"/>
                  </a:schemeClr>
                </a:solidFill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defRPr>
            </a:lvl1pPr>
          </a:lstStyle>
          <a:p>
            <a:pPr lvl="0"/>
            <a:r>
              <a:rPr lang="ko-KR" altLang="en-US" dirty="0"/>
              <a:t>설명</a:t>
            </a:r>
            <a:endParaRPr lang="en-US" altLang="ko-KR" dirty="0"/>
          </a:p>
        </p:txBody>
      </p:sp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id="{447C5351-19B7-BEAE-51D6-929C65A766D6}"/>
              </a:ext>
            </a:extLst>
          </p:cNvPr>
          <p:cNvSpPr txBox="1">
            <a:spLocks/>
          </p:cNvSpPr>
          <p:nvPr userDrawn="1"/>
        </p:nvSpPr>
        <p:spPr>
          <a:xfrm>
            <a:off x="9316890" y="644801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F4DD787-3CA6-4450-B110-6122DB219DF4}" type="slidenum">
              <a:rPr lang="ko-KR" altLang="en-US" sz="900" smtClean="0"/>
              <a:pPr/>
              <a:t>‹#›</a:t>
            </a:fld>
            <a:endParaRPr lang="ko-KR" altLang="en-US" sz="900"/>
          </a:p>
        </p:txBody>
      </p:sp>
    </p:spTree>
    <p:extLst>
      <p:ext uri="{BB962C8B-B14F-4D97-AF65-F5344CB8AC3E}">
        <p14:creationId xmlns:p14="http://schemas.microsoft.com/office/powerpoint/2010/main" val="1610120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7C491092-175A-480C-BFCE-F6083FB066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91" y="770562"/>
            <a:ext cx="12184218" cy="354458"/>
          </a:xfrm>
          <a:prstGeom prst="rect">
            <a:avLst/>
          </a:prstGeom>
        </p:spPr>
      </p:pic>
      <p:pic>
        <p:nvPicPr>
          <p:cNvPr id="9" name="그래픽 8">
            <a:extLst>
              <a:ext uri="{FF2B5EF4-FFF2-40B4-BE49-F238E27FC236}">
                <a16:creationId xmlns:a16="http://schemas.microsoft.com/office/drawing/2014/main" id="{5DF9D159-C7E5-422A-BF34-73098CB9363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72823" y="812800"/>
            <a:ext cx="1233682" cy="151372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71FA69-0F4C-4E3A-B477-3F14443EDD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8541" y="339725"/>
            <a:ext cx="9211156" cy="4730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defRPr>
            </a:lvl1pPr>
          </a:lstStyle>
          <a:p>
            <a:pPr lvl="0"/>
            <a:r>
              <a:rPr lang="ko-KR" altLang="en-US" dirty="0"/>
              <a:t>표제</a:t>
            </a:r>
          </a:p>
        </p:txBody>
      </p:sp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id="{03111DC7-8D6F-568B-0EF8-1523717067F4}"/>
              </a:ext>
            </a:extLst>
          </p:cNvPr>
          <p:cNvSpPr txBox="1">
            <a:spLocks/>
          </p:cNvSpPr>
          <p:nvPr userDrawn="1"/>
        </p:nvSpPr>
        <p:spPr>
          <a:xfrm>
            <a:off x="9316890" y="644801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F4DD787-3CA6-4450-B110-6122DB219DF4}" type="slidenum">
              <a:rPr lang="ko-KR" altLang="en-US" sz="900" smtClean="0"/>
              <a:pPr/>
              <a:t>‹#›</a:t>
            </a:fld>
            <a:endParaRPr lang="ko-KR" altLang="en-US" sz="900"/>
          </a:p>
        </p:txBody>
      </p:sp>
    </p:spTree>
    <p:extLst>
      <p:ext uri="{BB962C8B-B14F-4D97-AF65-F5344CB8AC3E}">
        <p14:creationId xmlns:p14="http://schemas.microsoft.com/office/powerpoint/2010/main" val="3648930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래픽 3">
            <a:extLst>
              <a:ext uri="{FF2B5EF4-FFF2-40B4-BE49-F238E27FC236}">
                <a16:creationId xmlns:a16="http://schemas.microsoft.com/office/drawing/2014/main" id="{3A016247-C574-46D5-B62B-99AF08D3B0E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5181" y="585074"/>
            <a:ext cx="1552575" cy="1905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F9B727E-973F-4A27-BD43-C9C1541C04F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54"/>
          <a:stretch/>
        </p:blipFill>
        <p:spPr>
          <a:xfrm>
            <a:off x="5286054" y="0"/>
            <a:ext cx="69035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87596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6837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sz="3000" b="0">
                <a:latin typeface="Century Gothic"/>
                <a:ea typeface="맑은 고딕"/>
              </a:rPr>
              <a:t>Calibration — 보정 슬라이드</a:t>
            </a:r>
          </a:p>
        </p:txBody>
      </p:sp>
      <p:sp>
        <p:nvSpPr>
          <p:cNvPr id="3" name="corner_tl"/>
          <p:cNvSpPr/>
          <p:nvPr/>
        </p:nvSpPr>
        <p:spPr>
          <a:xfrm>
            <a:off x="0" y="0"/>
            <a:ext cx="1016000" cy="508000"/>
          </a:xfrm>
          <a:prstGeom prst="rect">
            <a:avLst/>
          </a:prstGeom>
          <a:solidFill>
            <a:srgbClr val="FF0032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4" name="corner_tr"/>
          <p:cNvSpPr/>
          <p:nvPr/>
        </p:nvSpPr>
        <p:spPr>
          <a:xfrm>
            <a:off x="11176000" y="0"/>
            <a:ext cx="1016000" cy="508000"/>
          </a:xfrm>
          <a:prstGeom prst="rect">
            <a:avLst/>
          </a:prstGeom>
          <a:solidFill>
            <a:srgbClr val="FF0032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5" name="corner_bl"/>
          <p:cNvSpPr/>
          <p:nvPr/>
        </p:nvSpPr>
        <p:spPr>
          <a:xfrm>
            <a:off x="0" y="6350000"/>
            <a:ext cx="1016000" cy="508000"/>
          </a:xfrm>
          <a:prstGeom prst="rect">
            <a:avLst/>
          </a:prstGeom>
          <a:solidFill>
            <a:srgbClr val="FF0032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6" name="corner_br"/>
          <p:cNvSpPr/>
          <p:nvPr/>
        </p:nvSpPr>
        <p:spPr>
          <a:xfrm>
            <a:off x="11176000" y="6350000"/>
            <a:ext cx="1016000" cy="508000"/>
          </a:xfrm>
          <a:prstGeom prst="rect">
            <a:avLst/>
          </a:prstGeom>
          <a:solidFill>
            <a:srgbClr val="FF0032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7" name="stroke_0"/>
          <p:cNvSpPr/>
          <p:nvPr/>
        </p:nvSpPr>
        <p:spPr>
          <a:xfrm>
            <a:off x="762000" y="1524000"/>
            <a:ext cx="203200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txBody>
          <a:bodyPr rtlCol="0" anchor="ctr" wrap="square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Century Gothic"/>
                <a:ea typeface="맑은 고딕"/>
              </a:rPr>
              <a:t>stroke 0</a:t>
            </a:r>
          </a:p>
        </p:txBody>
      </p:sp>
      <p:sp>
        <p:nvSpPr>
          <p:cNvPr id="8" name="stroke_1"/>
          <p:cNvSpPr/>
          <p:nvPr/>
        </p:nvSpPr>
        <p:spPr>
          <a:xfrm>
            <a:off x="3302000" y="1524000"/>
            <a:ext cx="20320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 rtlCol="0" anchor="ctr" wrap="square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Century Gothic"/>
                <a:ea typeface="맑은 고딕"/>
              </a:rPr>
              <a:t>stroke 1</a:t>
            </a:r>
          </a:p>
        </p:txBody>
      </p:sp>
      <p:sp>
        <p:nvSpPr>
          <p:cNvPr id="9" name="stroke_4"/>
          <p:cNvSpPr/>
          <p:nvPr/>
        </p:nvSpPr>
        <p:spPr>
          <a:xfrm>
            <a:off x="5842000" y="1524000"/>
            <a:ext cx="2032000" cy="1143000"/>
          </a:xfrm>
          <a:prstGeom prst="rect">
            <a:avLst/>
          </a:prstGeom>
          <a:solidFill>
            <a:srgbClr val="FFFFFF"/>
          </a:solidFill>
          <a:ln w="50800">
            <a:solidFill>
              <a:srgbClr val="000000"/>
            </a:solidFill>
          </a:ln>
          <a:effectLst/>
        </p:spPr>
        <p:txBody>
          <a:bodyPr rtlCol="0" anchor="ctr" wrap="square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Century Gothic"/>
                <a:ea typeface="맑은 고딕"/>
              </a:rPr>
              <a:t>stroke 4</a:t>
            </a:r>
          </a:p>
        </p:txBody>
      </p:sp>
      <p:sp>
        <p:nvSpPr>
          <p:cNvPr id="10" name="stroke_8"/>
          <p:cNvSpPr/>
          <p:nvPr/>
        </p:nvSpPr>
        <p:spPr>
          <a:xfrm>
            <a:off x="8382000" y="1524000"/>
            <a:ext cx="2032000" cy="1143000"/>
          </a:xfrm>
          <a:prstGeom prst="rect">
            <a:avLst/>
          </a:prstGeom>
          <a:solidFill>
            <a:srgbClr val="FFFFFF"/>
          </a:solidFill>
          <a:ln w="101600">
            <a:solidFill>
              <a:srgbClr val="000000"/>
            </a:solidFill>
          </a:ln>
          <a:effectLst/>
        </p:spPr>
        <p:txBody>
          <a:bodyPr rtlCol="0" anchor="ctr" wrap="square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Century Gothic"/>
                <a:ea typeface="맑은 고딕"/>
              </a:rPr>
              <a:t>stroke 8</a:t>
            </a:r>
          </a:p>
        </p:txBody>
      </p:sp>
      <p:sp>
        <p:nvSpPr>
          <p:cNvPr id="11" name="rot_30"/>
          <p:cNvSpPr/>
          <p:nvPr/>
        </p:nvSpPr>
        <p:spPr>
          <a:xfrm rot="1800000">
            <a:off x="762000" y="3175000"/>
            <a:ext cx="1524000" cy="1016000"/>
          </a:xfrm>
          <a:prstGeom prst="rect">
            <a:avLst/>
          </a:prstGeom>
          <a:solidFill>
            <a:srgbClr val="FF0032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Century Gothic"/>
                <a:ea typeface="맑은 고딕"/>
              </a:rPr>
              <a:t>30</a:t>
            </a:r>
          </a:p>
        </p:txBody>
      </p:sp>
      <p:sp>
        <p:nvSpPr>
          <p:cNvPr id="12" name="rot_45"/>
          <p:cNvSpPr/>
          <p:nvPr/>
        </p:nvSpPr>
        <p:spPr>
          <a:xfrm rot="2700000">
            <a:off x="3302000" y="3175000"/>
            <a:ext cx="1524000" cy="1016000"/>
          </a:xfrm>
          <a:prstGeom prst="rect">
            <a:avLst/>
          </a:prstGeom>
          <a:solidFill>
            <a:srgbClr val="FF0032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Century Gothic"/>
                <a:ea typeface="맑은 고딕"/>
              </a:rPr>
              <a:t>45</a:t>
            </a:r>
          </a:p>
        </p:txBody>
      </p:sp>
      <p:sp>
        <p:nvSpPr>
          <p:cNvPr id="13" name="wrap_14pt"/>
          <p:cNvSpPr/>
          <p:nvPr/>
        </p:nvSpPr>
        <p:spPr>
          <a:xfrm>
            <a:off x="5842000" y="3175000"/>
            <a:ext cx="3810000" cy="139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 rtlCol="0" anchor="ctr" wrap="square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Century Gothic"/>
                <a:ea typeface="맑은 고딕"/>
              </a:rPr>
              <a:t>The quick brown fox jumps over the lazy dog and keeps running until this line has to wrap somewhere.</a:t>
            </a:r>
          </a:p>
        </p:txBody>
      </p:sp>
      <p:sp>
        <p:nvSpPr>
          <p:cNvPr id="14" name="mixed_ko_en"/>
          <p:cNvSpPr/>
          <p:nvPr/>
        </p:nvSpPr>
        <p:spPr>
          <a:xfrm>
            <a:off x="762000" y="4826000"/>
            <a:ext cx="5080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 rtlCol="0" anchor="ctr" wrap="square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Century Gothic"/>
                <a:ea typeface="맑은 고딕"/>
              </a:rPr>
              <a:t>Vieworks 뷰웍스 3D Logic 개발 테스트벤치 Rev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12178</TotalTime>
  <Words>2491</Words>
  <Application>Microsoft Office PowerPoint</Application>
  <PresentationFormat>와이드스크린</PresentationFormat>
  <Paragraphs>537</Paragraphs>
  <Slides>23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9" baseType="lpstr">
      <vt:lpstr>맑은 고딕</vt:lpstr>
      <vt:lpstr>뷰웍스 B</vt:lpstr>
      <vt:lpstr>뷰웍스 L</vt:lpstr>
      <vt:lpstr>뷰웍스 M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김선주 (Seonju Kim)</dc:creator>
  <cp:lastModifiedBy>정찬우 (Chris Jeong)</cp:lastModifiedBy>
  <cp:revision>63</cp:revision>
  <dcterms:created xsi:type="dcterms:W3CDTF">2022-12-22T04:18:11Z</dcterms:created>
  <dcterms:modified xsi:type="dcterms:W3CDTF">2026-07-12T14:46:19Z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7949e95-bfdd-47e3-8791-5bfa694cfbe0_Enabled">
    <vt:lpwstr>True</vt:lpwstr>
  </property>
  <property fmtid="{D5CDD505-2E9C-101B-9397-08002B2CF9AE}" pid="3" name="MSIP_Label_f7949e95-bfdd-47e3-8791-5bfa694cfbe0_SiteId">
    <vt:lpwstr>09b926a1-c30f-4465-a6d8-6fb133ff32d4</vt:lpwstr>
  </property>
  <property fmtid="{D5CDD505-2E9C-101B-9397-08002B2CF9AE}" pid="4" name="MSIP_Label_f7949e95-bfdd-47e3-8791-5bfa694cfbe0_Owner">
    <vt:lpwstr>2017393@vieworks.com</vt:lpwstr>
  </property>
  <property fmtid="{D5CDD505-2E9C-101B-9397-08002B2CF9AE}" pid="5" name="MSIP_Label_f7949e95-bfdd-47e3-8791-5bfa694cfbe0_SetDate">
    <vt:lpwstr>2023-01-02T05:20:32.5212761Z</vt:lpwstr>
  </property>
  <property fmtid="{D5CDD505-2E9C-101B-9397-08002B2CF9AE}" pid="6" name="MSIP_Label_f7949e95-bfdd-47e3-8791-5bfa694cfbe0_Name">
    <vt:lpwstr>Public</vt:lpwstr>
  </property>
  <property fmtid="{D5CDD505-2E9C-101B-9397-08002B2CF9AE}" pid="7" name="MSIP_Label_f7949e95-bfdd-47e3-8791-5bfa694cfbe0_Application">
    <vt:lpwstr>Microsoft Azure Information Protection</vt:lpwstr>
  </property>
  <property fmtid="{D5CDD505-2E9C-101B-9397-08002B2CF9AE}" pid="8" name="MSIP_Label_f7949e95-bfdd-47e3-8791-5bfa694cfbe0_ActionId">
    <vt:lpwstr>1727fbb5-6199-440a-8299-e23c915f8179</vt:lpwstr>
  </property>
  <property fmtid="{D5CDD505-2E9C-101B-9397-08002B2CF9AE}" pid="9" name="MSIP_Label_f7949e95-bfdd-47e3-8791-5bfa694cfbe0_Extended_MSFT_Method">
    <vt:lpwstr>Automatic</vt:lpwstr>
  </property>
  <property fmtid="{D5CDD505-2E9C-101B-9397-08002B2CF9AE}" pid="10" name="MSIP_Label_7343311a-a301-4b9f-bcd5-6665ecc1ef0a_Enabled">
    <vt:lpwstr>True</vt:lpwstr>
  </property>
  <property fmtid="{D5CDD505-2E9C-101B-9397-08002B2CF9AE}" pid="11" name="MSIP_Label_7343311a-a301-4b9f-bcd5-6665ecc1ef0a_SiteId">
    <vt:lpwstr>09b926a1-c30f-4465-a6d8-6fb133ff32d4</vt:lpwstr>
  </property>
  <property fmtid="{D5CDD505-2E9C-101B-9397-08002B2CF9AE}" pid="12" name="MSIP_Label_7343311a-a301-4b9f-bcd5-6665ecc1ef0a_SetDate">
    <vt:lpwstr>2022-12-22T04:18:11Z</vt:lpwstr>
  </property>
  <property fmtid="{D5CDD505-2E9C-101B-9397-08002B2CF9AE}" pid="13" name="MSIP_Label_7343311a-a301-4b9f-bcd5-6665ecc1ef0a_Name">
    <vt:lpwstr>Open Label</vt:lpwstr>
  </property>
  <property fmtid="{D5CDD505-2E9C-101B-9397-08002B2CF9AE}" pid="14" name="MSIP_Label_7343311a-a301-4b9f-bcd5-6665ecc1ef0a_ActionId">
    <vt:lpwstr>a4997688-5cc0-45ae-9944-05ef2e6fe406</vt:lpwstr>
  </property>
  <property fmtid="{D5CDD505-2E9C-101B-9397-08002B2CF9AE}" pid="15" name="MSIP_Label_7343311a-a301-4b9f-bcd5-6665ecc1ef0a_Extended_MSFT_Method">
    <vt:lpwstr>Automatic</vt:lpwstr>
  </property>
  <property fmtid="{D5CDD505-2E9C-101B-9397-08002B2CF9AE}" pid="16" name="Sensitivity">
    <vt:lpwstr>Public Open Label</vt:lpwstr>
  </property>
</Properties>
</file>
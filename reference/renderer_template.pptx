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/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0032"/>
    <a:srgbClr val="CE223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2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0915F-7256-4DD1-A448-AEEA02B5A028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76CE7-CF43-4A38-8873-691D5AD09D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8CE2D0-1828-4DB0-A6B0-6794C90B1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7973" y="0"/>
            <a:ext cx="6832842" cy="6858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7268159A-AD63-49E9-80BE-F29D550D3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233AA7-D699-490E-82E9-396BEED3F9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3087928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8A4C006-70F5-4F98-9866-8609F6309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770072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날짜</a:t>
            </a:r>
          </a:p>
        </p:txBody>
      </p:sp>
    </p:spTree>
    <p:extLst>
      <p:ext uri="{BB962C8B-B14F-4D97-AF65-F5344CB8AC3E}">
        <p14:creationId xmlns:p14="http://schemas.microsoft.com/office/powerpoint/2010/main" val="224394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8CDB77-3814-4D7F-ABFB-B1336FD5D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14054"/>
            <a:ext cx="3879740" cy="66782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6D6AA3BE-51A2-4494-8F75-524DB0F80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4671" y="812528"/>
            <a:ext cx="1233682" cy="15137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464330-7283-E93B-419A-322ED05CFDD9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01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948C212-8944-490F-965F-0C60032DFF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9891" y="0"/>
            <a:ext cx="6758217" cy="6858000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A0017B-1708-4174-B8E5-11257260D7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2572216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D914123D-F39E-409F-852E-DF9767095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292682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  <a:endParaRPr lang="en-US" altLang="ko-KR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B2D5424-867A-43CD-B020-277692C24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181" y="3874448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47C5351-19B7-BEAE-51D6-929C65A766D6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61012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491092-175A-480C-BFCE-F6083FB06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70562"/>
            <a:ext cx="12184218" cy="354458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5DF9D159-C7E5-422A-BF34-73098CB936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2823" y="812800"/>
            <a:ext cx="1233682" cy="1513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1FA69-0F4C-4E3A-B477-3F14443ED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8541" y="339725"/>
            <a:ext cx="9211156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3111DC7-8D6F-568B-0EF8-1523717067F4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4893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3A016247-C574-46D5-B62B-99AF08D3B0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9B727E-973F-4A27-BD43-C9C1541C0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54"/>
          <a:stretch/>
        </p:blipFill>
        <p:spPr>
          <a:xfrm>
            <a:off x="5286054" y="0"/>
            <a:ext cx="6903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75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8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12178</TotalTime>
  <Words>2491</Words>
  <Application>Microsoft Office PowerPoint</Application>
  <PresentationFormat>와이드스크린</PresentationFormat>
  <Paragraphs>537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뷰웍스 B</vt:lpstr>
      <vt:lpstr>뷰웍스 L</vt:lpstr>
      <vt:lpstr>뷰웍스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김선주 (Seonju Kim)</dc:creator>
  <cp:lastModifiedBy>정찬우 (Chris Jeong)</cp:lastModifiedBy>
  <cp:revision>63</cp:revision>
  <dcterms:created xsi:type="dcterms:W3CDTF">2022-12-22T04:18:11Z</dcterms:created>
  <dcterms:modified xsi:type="dcterms:W3CDTF">2026-07-12T14:46:19Z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949e95-bfdd-47e3-8791-5bfa694cfbe0_Enabled">
    <vt:lpwstr>True</vt:lpwstr>
  </property>
  <property fmtid="{D5CDD505-2E9C-101B-9397-08002B2CF9AE}" pid="3" name="MSIP_Label_f7949e95-bfdd-47e3-8791-5bfa694cfbe0_SiteId">
    <vt:lpwstr>09b926a1-c30f-4465-a6d8-6fb133ff32d4</vt:lpwstr>
  </property>
  <property fmtid="{D5CDD505-2E9C-101B-9397-08002B2CF9AE}" pid="4" name="MSIP_Label_f7949e95-bfdd-47e3-8791-5bfa694cfbe0_Owner">
    <vt:lpwstr>2017393@vieworks.com</vt:lpwstr>
  </property>
  <property fmtid="{D5CDD505-2E9C-101B-9397-08002B2CF9AE}" pid="5" name="MSIP_Label_f7949e95-bfdd-47e3-8791-5bfa694cfbe0_SetDate">
    <vt:lpwstr>2023-01-02T05:20:32.5212761Z</vt:lpwstr>
  </property>
  <property fmtid="{D5CDD505-2E9C-101B-9397-08002B2CF9AE}" pid="6" name="MSIP_Label_f7949e95-bfdd-47e3-8791-5bfa694cfbe0_Name">
    <vt:lpwstr>Public</vt:lpwstr>
  </property>
  <property fmtid="{D5CDD505-2E9C-101B-9397-08002B2CF9AE}" pid="7" name="MSIP_Label_f7949e95-bfdd-47e3-8791-5bfa694cfbe0_Application">
    <vt:lpwstr>Microsoft Azure Information Protection</vt:lpwstr>
  </property>
  <property fmtid="{D5CDD505-2E9C-101B-9397-08002B2CF9AE}" pid="8" name="MSIP_Label_f7949e95-bfdd-47e3-8791-5bfa694cfbe0_ActionId">
    <vt:lpwstr>1727fbb5-6199-440a-8299-e23c915f8179</vt:lpwstr>
  </property>
  <property fmtid="{D5CDD505-2E9C-101B-9397-08002B2CF9AE}" pid="9" name="MSIP_Label_f7949e95-bfdd-47e3-8791-5bfa694cfbe0_Extended_MSFT_Method">
    <vt:lpwstr>Automatic</vt:lpwstr>
  </property>
  <property fmtid="{D5CDD505-2E9C-101B-9397-08002B2CF9AE}" pid="10" name="MSIP_Label_7343311a-a301-4b9f-bcd5-6665ecc1ef0a_Enabled">
    <vt:lpwstr>True</vt:lpwstr>
  </property>
  <property fmtid="{D5CDD505-2E9C-101B-9397-08002B2CF9AE}" pid="11" name="MSIP_Label_7343311a-a301-4b9f-bcd5-6665ecc1ef0a_SiteId">
    <vt:lpwstr>09b926a1-c30f-4465-a6d8-6fb133ff32d4</vt:lpwstr>
  </property>
  <property fmtid="{D5CDD505-2E9C-101B-9397-08002B2CF9AE}" pid="12" name="MSIP_Label_7343311a-a301-4b9f-bcd5-6665ecc1ef0a_SetDate">
    <vt:lpwstr>2022-12-22T04:18:11Z</vt:lpwstr>
  </property>
  <property fmtid="{D5CDD505-2E9C-101B-9397-08002B2CF9AE}" pid="13" name="MSIP_Label_7343311a-a301-4b9f-bcd5-6665ecc1ef0a_Name">
    <vt:lpwstr>Open Label</vt:lpwstr>
  </property>
  <property fmtid="{D5CDD505-2E9C-101B-9397-08002B2CF9AE}" pid="14" name="MSIP_Label_7343311a-a301-4b9f-bcd5-6665ecc1ef0a_ActionId">
    <vt:lpwstr>a4997688-5cc0-45ae-9944-05ef2e6fe406</vt:lpwstr>
  </property>
  <property fmtid="{D5CDD505-2E9C-101B-9397-08002B2CF9AE}" pid="15" name="MSIP_Label_7343311a-a301-4b9f-bcd5-6665ecc1ef0a_Extended_MSFT_Method">
    <vt:lpwstr>Automatic</vt:lpwstr>
  </property>
  <property fmtid="{D5CDD505-2E9C-101B-9397-08002B2CF9AE}" pid="16" name="Sensitivity">
    <vt:lpwstr>Public Open Label</vt:lpwstr>
  </property>
</Properties>
</file>
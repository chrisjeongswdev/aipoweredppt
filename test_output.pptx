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sldIdLst>
    <p:sldId id="256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0032"/>
    <a:srgbClr val="CE223E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739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3" d="100"/>
          <a:sy n="73" d="100"/>
        </p:scale>
        <p:origin x="3425" y="4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F0915F-7256-4DD1-A448-AEEA02B5A028}" type="datetimeFigureOut">
              <a:rPr lang="ko-KR" altLang="en-US" smtClean="0"/>
              <a:t>2026-07-12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C76CE7-CF43-4A38-8873-691D5AD09D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2223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6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8CE2D0-1828-4DB0-A6B0-6794C90B14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57973" y="0"/>
            <a:ext cx="6832842" cy="6858000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7268159A-AD63-49E9-80BE-F29D550D3F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B233AA7-D699-490E-82E9-396BEED3F95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3087928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제목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28A4C006-70F5-4F98-9866-8609F6309AD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770072"/>
            <a:ext cx="9713912" cy="5127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날짜</a:t>
            </a:r>
          </a:p>
        </p:txBody>
      </p:sp>
    </p:spTree>
    <p:extLst>
      <p:ext uri="{BB962C8B-B14F-4D97-AF65-F5344CB8AC3E}">
        <p14:creationId xmlns:p14="http://schemas.microsoft.com/office/powerpoint/2010/main" val="224394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E8CDB77-3814-4D7F-ABFB-B1336FD5DC5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14054"/>
            <a:ext cx="3879740" cy="667820"/>
          </a:xfrm>
          <a:prstGeom prst="rect">
            <a:avLst/>
          </a:prstGeom>
        </p:spPr>
      </p:pic>
      <p:pic>
        <p:nvPicPr>
          <p:cNvPr id="6" name="그래픽 5">
            <a:extLst>
              <a:ext uri="{FF2B5EF4-FFF2-40B4-BE49-F238E27FC236}">
                <a16:creationId xmlns:a16="http://schemas.microsoft.com/office/drawing/2014/main" id="{6D6AA3BE-51A2-4494-8F75-524DB0F807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54671" y="812528"/>
            <a:ext cx="1233682" cy="15137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E7464330-7283-E93B-419A-322ED05CFDD9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70107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D948C212-8944-490F-965F-0C60032DFF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29891" y="0"/>
            <a:ext cx="6758217" cy="6858000"/>
          </a:xfrm>
          <a:prstGeom prst="rect">
            <a:avLst/>
          </a:prstGeom>
        </p:spPr>
      </p:pic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36A0017B-1708-4174-B8E5-11257260D7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5181" y="2572216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DB0032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en-US" altLang="ko-KR" dirty="0"/>
              <a:t>01</a:t>
            </a:r>
          </a:p>
        </p:txBody>
      </p:sp>
      <p:sp>
        <p:nvSpPr>
          <p:cNvPr id="11" name="텍스트 개체 틀 8">
            <a:extLst>
              <a:ext uri="{FF2B5EF4-FFF2-40B4-BE49-F238E27FC236}">
                <a16:creationId xmlns:a16="http://schemas.microsoft.com/office/drawing/2014/main" id="{D914123D-F39E-409F-852E-DF9767095FC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5181" y="3292682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600">
                <a:solidFill>
                  <a:schemeClr val="tx1"/>
                </a:solidFill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  <a:endParaRPr lang="en-US" altLang="ko-KR" dirty="0"/>
          </a:p>
        </p:txBody>
      </p:sp>
      <p:sp>
        <p:nvSpPr>
          <p:cNvPr id="12" name="텍스트 개체 틀 8">
            <a:extLst>
              <a:ext uri="{FF2B5EF4-FFF2-40B4-BE49-F238E27FC236}">
                <a16:creationId xmlns:a16="http://schemas.microsoft.com/office/drawing/2014/main" id="{AB2D5424-867A-43CD-B020-277692C2430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5181" y="3874448"/>
            <a:ext cx="5475017" cy="4432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bg1">
                    <a:lumMod val="50000"/>
                  </a:schemeClr>
                </a:solidFill>
                <a:latin typeface="뷰웍스 M" panose="02020503020101020101" pitchFamily="18" charset="-127"/>
                <a:ea typeface="뷰웍스 M" panose="02020503020101020101" pitchFamily="18" charset="-127"/>
                <a:cs typeface="뷰웍스 M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설명</a:t>
            </a:r>
            <a:endParaRPr lang="en-US" altLang="ko-KR" dirty="0"/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447C5351-19B7-BEAE-51D6-929C65A766D6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161012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C491092-175A-480C-BFCE-F6083FB066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91" y="770562"/>
            <a:ext cx="12184218" cy="354458"/>
          </a:xfrm>
          <a:prstGeom prst="rect">
            <a:avLst/>
          </a:prstGeom>
        </p:spPr>
      </p:pic>
      <p:pic>
        <p:nvPicPr>
          <p:cNvPr id="9" name="그래픽 8">
            <a:extLst>
              <a:ext uri="{FF2B5EF4-FFF2-40B4-BE49-F238E27FC236}">
                <a16:creationId xmlns:a16="http://schemas.microsoft.com/office/drawing/2014/main" id="{5DF9D159-C7E5-422A-BF34-73098CB936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72823" y="812800"/>
            <a:ext cx="1233682" cy="151372"/>
          </a:xfrm>
          <a:prstGeom prst="rect">
            <a:avLst/>
          </a:prstGeom>
        </p:spPr>
      </p:pic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71FA69-0F4C-4E3A-B477-3F14443EDDE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78541" y="339725"/>
            <a:ext cx="9211156" cy="47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000">
                <a:latin typeface="뷰웍스 B" panose="02020503020101020101" pitchFamily="18" charset="-127"/>
                <a:ea typeface="뷰웍스 B" panose="02020503020101020101" pitchFamily="18" charset="-127"/>
                <a:cs typeface="뷰웍스 B" panose="02020503020101020101" pitchFamily="18" charset="-127"/>
              </a:defRPr>
            </a:lvl1pPr>
          </a:lstStyle>
          <a:p>
            <a:pPr lvl="0"/>
            <a:r>
              <a:rPr lang="ko-KR" altLang="en-US" dirty="0"/>
              <a:t>표제</a:t>
            </a:r>
          </a:p>
        </p:txBody>
      </p:sp>
      <p:sp>
        <p:nvSpPr>
          <p:cNvPr id="2" name="슬라이드 번호 개체 틀 5">
            <a:extLst>
              <a:ext uri="{FF2B5EF4-FFF2-40B4-BE49-F238E27FC236}">
                <a16:creationId xmlns:a16="http://schemas.microsoft.com/office/drawing/2014/main" id="{03111DC7-8D6F-568B-0EF8-1523717067F4}"/>
              </a:ext>
            </a:extLst>
          </p:cNvPr>
          <p:cNvSpPr txBox="1">
            <a:spLocks/>
          </p:cNvSpPr>
          <p:nvPr userDrawn="1"/>
        </p:nvSpPr>
        <p:spPr>
          <a:xfrm>
            <a:off x="9316890" y="6448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F4DD787-3CA6-4450-B110-6122DB219DF4}" type="slidenum">
              <a:rPr lang="ko-KR" altLang="en-US" sz="900" smtClean="0"/>
              <a:pPr/>
              <a:t>‹#›</a:t>
            </a:fld>
            <a:endParaRPr lang="ko-KR" altLang="en-US" sz="900"/>
          </a:p>
        </p:txBody>
      </p:sp>
    </p:spTree>
    <p:extLst>
      <p:ext uri="{BB962C8B-B14F-4D97-AF65-F5344CB8AC3E}">
        <p14:creationId xmlns:p14="http://schemas.microsoft.com/office/powerpoint/2010/main" val="36489307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래픽 3">
            <a:extLst>
              <a:ext uri="{FF2B5EF4-FFF2-40B4-BE49-F238E27FC236}">
                <a16:creationId xmlns:a16="http://schemas.microsoft.com/office/drawing/2014/main" id="{3A016247-C574-46D5-B62B-99AF08D3B0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85181" y="585074"/>
            <a:ext cx="1552575" cy="1905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F9B727E-973F-4A27-BD43-C9C1541C04F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354"/>
          <a:stretch/>
        </p:blipFill>
        <p:spPr>
          <a:xfrm>
            <a:off x="5286054" y="0"/>
            <a:ext cx="690357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087596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683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pPr algn="l"/>
            <a:r>
              <a:rPr sz="3000" b="0" i="0">
                <a:solidFill>
                  <a:srgbClr val="000000"/>
                </a:solidFill>
                <a:latin typeface="Century Gothic"/>
                <a:ea typeface="맑은 고딕"/>
              </a:rPr>
              <a:t>AF_Diff 및 Z-Axis Feedback Peak-to-Peak 분석</a:t>
            </a:r>
          </a:p>
        </p:txBody>
      </p:sp>
      <p:sp>
        <p:nvSpPr>
          <p:cNvPr id="3" name="chart_bg"/>
          <p:cNvSpPr/>
          <p:nvPr/>
        </p:nvSpPr>
        <p:spPr>
          <a:xfrm>
            <a:off x="609600" y="1320800"/>
            <a:ext cx="7670800" cy="4826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4" name="legend_bg"/>
          <p:cNvSpPr/>
          <p:nvPr/>
        </p:nvSpPr>
        <p:spPr>
          <a:xfrm>
            <a:off x="4826000" y="1460500"/>
            <a:ext cx="3175000" cy="381000"/>
          </a:xfrm>
          <a:prstGeom prst="rect">
            <a:avLst/>
          </a:prstGeom>
          <a:solidFill>
            <a:srgbClr val="6B727C">
              <a:alpha val="5882"/>
            </a:srgbClr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cxnSp>
        <p:nvCxnSpPr>
          <p:cNvPr id="5" name="lgd_line_af"/>
          <p:cNvCxnSpPr/>
          <p:nvPr/>
        </p:nvCxnSpPr>
        <p:spPr>
          <a:xfrm>
            <a:off x="5016500" y="1651000"/>
            <a:ext cx="254000" cy="0"/>
          </a:xfrm>
          <a:prstGeom prst="line">
            <a:avLst/>
          </a:prstGeom>
          <a:ln w="25400">
            <a:solidFill>
              <a:srgbClr val="1A1A1A"/>
            </a:solidFill>
          </a:ln>
          <a:effectLst/>
        </p:spPr>
      </p:cxnSp>
      <p:sp>
        <p:nvSpPr>
          <p:cNvPr id="6" name="lgd_txt_af"/>
          <p:cNvSpPr txBox="1"/>
          <p:nvPr/>
        </p:nvSpPr>
        <p:spPr>
          <a:xfrm>
            <a:off x="5334000" y="1498600"/>
            <a:ext cx="1016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Century Gothic"/>
                <a:ea typeface="맑은 고딕"/>
              </a:rPr>
              <a:t>AF_Diff (L)</a:t>
            </a:r>
          </a:p>
        </p:txBody>
      </p:sp>
      <p:cxnSp>
        <p:nvCxnSpPr>
          <p:cNvPr id="7" name="lgd_line_z"/>
          <p:cNvCxnSpPr/>
          <p:nvPr/>
        </p:nvCxnSpPr>
        <p:spPr>
          <a:xfrm>
            <a:off x="6477000" y="1651000"/>
            <a:ext cx="254000" cy="0"/>
          </a:xfrm>
          <a:prstGeom prst="line">
            <a:avLst/>
          </a:prstGeom>
          <a:ln w="19050">
            <a:solidFill>
              <a:srgbClr val="E63312"/>
            </a:solidFill>
          </a:ln>
          <a:effectLst/>
        </p:spPr>
      </p:cxnSp>
      <p:sp>
        <p:nvSpPr>
          <p:cNvPr id="8" name="lgd_txt_z"/>
          <p:cNvSpPr txBox="1"/>
          <p:nvPr/>
        </p:nvSpPr>
        <p:spPr>
          <a:xfrm>
            <a:off x="6794500" y="1498600"/>
            <a:ext cx="1143000" cy="3048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63312"/>
                </a:solidFill>
                <a:latin typeface="Century Gothic"/>
                <a:ea typeface="맑은 고딕"/>
              </a:rPr>
              <a:t>Z-Axis Fee (R)</a:t>
            </a:r>
          </a:p>
        </p:txBody>
      </p:sp>
      <p:cxnSp>
        <p:nvCxnSpPr>
          <p:cNvPr id="9" name="grid_y_20"/>
          <p:cNvCxnSpPr/>
          <p:nvPr/>
        </p:nvCxnSpPr>
        <p:spPr>
          <a:xfrm>
            <a:off x="1270000" y="1841500"/>
            <a:ext cx="6096000" cy="0"/>
          </a:xfrm>
          <a:prstGeom prst="line">
            <a:avLst/>
          </a:prstGeom>
          <a:ln w="12700">
            <a:solidFill>
              <a:srgbClr val="6B727C"/>
            </a:solidFill>
          </a:ln>
          <a:effectLst/>
        </p:spPr>
      </p:cxnSp>
      <p:cxnSp>
        <p:nvCxnSpPr>
          <p:cNvPr id="10" name="grid_y_0"/>
          <p:cNvCxnSpPr/>
          <p:nvPr/>
        </p:nvCxnSpPr>
        <p:spPr>
          <a:xfrm>
            <a:off x="1270000" y="2857500"/>
            <a:ext cx="6096000" cy="0"/>
          </a:xfrm>
          <a:prstGeom prst="line">
            <a:avLst/>
          </a:prstGeom>
          <a:ln w="15240">
            <a:solidFill>
              <a:srgbClr val="1A1A1A"/>
            </a:solidFill>
          </a:ln>
          <a:effectLst/>
        </p:spPr>
      </p:cxnSp>
      <p:cxnSp>
        <p:nvCxnSpPr>
          <p:cNvPr id="11" name="grid_y_m20"/>
          <p:cNvCxnSpPr/>
          <p:nvPr/>
        </p:nvCxnSpPr>
        <p:spPr>
          <a:xfrm>
            <a:off x="1270000" y="3873500"/>
            <a:ext cx="6096000" cy="0"/>
          </a:xfrm>
          <a:prstGeom prst="line">
            <a:avLst/>
          </a:prstGeom>
          <a:ln w="12700">
            <a:solidFill>
              <a:srgbClr val="6B727C"/>
            </a:solidFill>
          </a:ln>
          <a:effectLst/>
        </p:spPr>
      </p:cxnSp>
      <p:cxnSp>
        <p:nvCxnSpPr>
          <p:cNvPr id="12" name="grid_y_m40"/>
          <p:cNvCxnSpPr/>
          <p:nvPr/>
        </p:nvCxnSpPr>
        <p:spPr>
          <a:xfrm>
            <a:off x="1270000" y="4889500"/>
            <a:ext cx="6096000" cy="0"/>
          </a:xfrm>
          <a:prstGeom prst="line">
            <a:avLst/>
          </a:prstGeom>
          <a:ln w="12700">
            <a:solidFill>
              <a:srgbClr val="6B727C"/>
            </a:solidFill>
          </a:ln>
          <a:effectLst/>
        </p:spPr>
      </p:cxnSp>
      <p:cxnSp>
        <p:nvCxnSpPr>
          <p:cNvPr id="13" name="axis_y_l"/>
          <p:cNvCxnSpPr/>
          <p:nvPr/>
        </p:nvCxnSpPr>
        <p:spPr>
          <a:xfrm>
            <a:off x="1270000" y="1714500"/>
            <a:ext cx="0" cy="3810000"/>
          </a:xfrm>
          <a:prstGeom prst="line">
            <a:avLst/>
          </a:prstGeom>
          <a:ln w="19050">
            <a:solidFill>
              <a:srgbClr val="1A1A1A"/>
            </a:solidFill>
            <a:headEnd type="triangle"/>
          </a:ln>
          <a:effectLst/>
        </p:spPr>
      </p:cxnSp>
      <p:cxnSp>
        <p:nvCxnSpPr>
          <p:cNvPr id="14" name="axis_y_r"/>
          <p:cNvCxnSpPr/>
          <p:nvPr/>
        </p:nvCxnSpPr>
        <p:spPr>
          <a:xfrm>
            <a:off x="7366000" y="1714500"/>
            <a:ext cx="0" cy="3810000"/>
          </a:xfrm>
          <a:prstGeom prst="line">
            <a:avLst/>
          </a:prstGeom>
          <a:ln w="19050">
            <a:solidFill>
              <a:srgbClr val="E63312"/>
            </a:solidFill>
            <a:headEnd type="triangle"/>
          </a:ln>
          <a:effectLst/>
        </p:spPr>
      </p:cxnSp>
      <p:cxnSp>
        <p:nvCxnSpPr>
          <p:cNvPr id="15" name="axis_x"/>
          <p:cNvCxnSpPr/>
          <p:nvPr/>
        </p:nvCxnSpPr>
        <p:spPr>
          <a:xfrm>
            <a:off x="1270000" y="5524500"/>
            <a:ext cx="6223000" cy="0"/>
          </a:xfrm>
          <a:prstGeom prst="line">
            <a:avLst/>
          </a:prstGeom>
          <a:ln w="19050">
            <a:solidFill>
              <a:srgbClr val="1A1A1A"/>
            </a:solidFill>
            <a:tailEnd type="triangle"/>
          </a:ln>
          <a:effectLst/>
        </p:spPr>
      </p:cxnSp>
      <p:sp>
        <p:nvSpPr>
          <p:cNvPr id="16" name="lbl_yl_20"/>
          <p:cNvSpPr txBox="1"/>
          <p:nvPr/>
        </p:nvSpPr>
        <p:spPr>
          <a:xfrm>
            <a:off x="698500" y="1714500"/>
            <a:ext cx="508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20</a:t>
            </a:r>
          </a:p>
        </p:txBody>
      </p:sp>
      <p:sp>
        <p:nvSpPr>
          <p:cNvPr id="17" name="lbl_yl_0"/>
          <p:cNvSpPr txBox="1"/>
          <p:nvPr/>
        </p:nvSpPr>
        <p:spPr>
          <a:xfrm>
            <a:off x="698500" y="2730500"/>
            <a:ext cx="508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1A1A1A"/>
                </a:solidFill>
                <a:latin typeface="Century Gothic"/>
                <a:ea typeface="맑은 고딕"/>
              </a:rPr>
              <a:t>0</a:t>
            </a:r>
          </a:p>
        </p:txBody>
      </p:sp>
      <p:sp>
        <p:nvSpPr>
          <p:cNvPr id="18" name="lbl_yl_m20"/>
          <p:cNvSpPr txBox="1"/>
          <p:nvPr/>
        </p:nvSpPr>
        <p:spPr>
          <a:xfrm>
            <a:off x="698500" y="3746500"/>
            <a:ext cx="508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-20</a:t>
            </a:r>
          </a:p>
        </p:txBody>
      </p:sp>
      <p:sp>
        <p:nvSpPr>
          <p:cNvPr id="19" name="lbl_yl_m40"/>
          <p:cNvSpPr txBox="1"/>
          <p:nvPr/>
        </p:nvSpPr>
        <p:spPr>
          <a:xfrm>
            <a:off x="698500" y="4762500"/>
            <a:ext cx="508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-40</a:t>
            </a:r>
          </a:p>
        </p:txBody>
      </p:sp>
      <p:sp>
        <p:nvSpPr>
          <p:cNvPr id="20" name="lbl_yr_20"/>
          <p:cNvSpPr txBox="1"/>
          <p:nvPr/>
        </p:nvSpPr>
        <p:spPr>
          <a:xfrm>
            <a:off x="7429500" y="1714500"/>
            <a:ext cx="635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3312"/>
                </a:solidFill>
                <a:latin typeface="Century Gothic"/>
                <a:ea typeface="맑은 고딕"/>
              </a:rPr>
              <a:t>-0.059</a:t>
            </a:r>
          </a:p>
        </p:txBody>
      </p:sp>
      <p:sp>
        <p:nvSpPr>
          <p:cNvPr id="21" name="lbl_yr_0"/>
          <p:cNvSpPr txBox="1"/>
          <p:nvPr/>
        </p:nvSpPr>
        <p:spPr>
          <a:xfrm>
            <a:off x="7429500" y="2730500"/>
            <a:ext cx="635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3312"/>
                </a:solidFill>
                <a:latin typeface="Century Gothic"/>
                <a:ea typeface="맑은 고딕"/>
              </a:rPr>
              <a:t>-0.079</a:t>
            </a:r>
          </a:p>
        </p:txBody>
      </p:sp>
      <p:sp>
        <p:nvSpPr>
          <p:cNvPr id="22" name="lbl_yr_m20"/>
          <p:cNvSpPr txBox="1"/>
          <p:nvPr/>
        </p:nvSpPr>
        <p:spPr>
          <a:xfrm>
            <a:off x="7429500" y="3746500"/>
            <a:ext cx="635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3312"/>
                </a:solidFill>
                <a:latin typeface="Century Gothic"/>
                <a:ea typeface="맑은 고딕"/>
              </a:rPr>
              <a:t>-0.099</a:t>
            </a:r>
          </a:p>
        </p:txBody>
      </p:sp>
      <p:sp>
        <p:nvSpPr>
          <p:cNvPr id="23" name="lbl_yr_m40"/>
          <p:cNvSpPr txBox="1"/>
          <p:nvPr/>
        </p:nvSpPr>
        <p:spPr>
          <a:xfrm>
            <a:off x="7429500" y="4762500"/>
            <a:ext cx="635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E63312"/>
                </a:solidFill>
                <a:latin typeface="Century Gothic"/>
                <a:ea typeface="맑은 고딕"/>
              </a:rPr>
              <a:t>-0.119</a:t>
            </a:r>
          </a:p>
        </p:txBody>
      </p:sp>
      <p:sp>
        <p:nvSpPr>
          <p:cNvPr id="24" name="lbl_x_1"/>
          <p:cNvSpPr txBox="1"/>
          <p:nvPr/>
        </p:nvSpPr>
        <p:spPr>
          <a:xfrm>
            <a:off x="1206500" y="5588000"/>
            <a:ext cx="381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1</a:t>
            </a:r>
          </a:p>
        </p:txBody>
      </p:sp>
      <p:sp>
        <p:nvSpPr>
          <p:cNvPr id="25" name="lbl_x_100"/>
          <p:cNvSpPr txBox="1"/>
          <p:nvPr/>
        </p:nvSpPr>
        <p:spPr>
          <a:xfrm>
            <a:off x="2984500" y="5588000"/>
            <a:ext cx="381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100</a:t>
            </a:r>
          </a:p>
        </p:txBody>
      </p:sp>
      <p:sp>
        <p:nvSpPr>
          <p:cNvPr id="26" name="lbl_x_200"/>
          <p:cNvSpPr txBox="1"/>
          <p:nvPr/>
        </p:nvSpPr>
        <p:spPr>
          <a:xfrm>
            <a:off x="4635500" y="5588000"/>
            <a:ext cx="381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200</a:t>
            </a:r>
          </a:p>
        </p:txBody>
      </p:sp>
      <p:sp>
        <p:nvSpPr>
          <p:cNvPr id="27" name="lbl_x_300"/>
          <p:cNvSpPr txBox="1"/>
          <p:nvPr/>
        </p:nvSpPr>
        <p:spPr>
          <a:xfrm>
            <a:off x="6286500" y="5588000"/>
            <a:ext cx="381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A1A1A"/>
                </a:solidFill>
                <a:latin typeface="Century Gothic"/>
                <a:ea typeface="맑은 고딕"/>
              </a:rPr>
              <a:t>300</a:t>
            </a:r>
          </a:p>
        </p:txBody>
      </p:sp>
      <p:sp>
        <p:nvSpPr>
          <p:cNvPr id="28" name="lbl_x_title"/>
          <p:cNvSpPr txBox="1"/>
          <p:nvPr/>
        </p:nvSpPr>
        <p:spPr>
          <a:xfrm>
            <a:off x="3556000" y="5842000"/>
            <a:ext cx="1524000" cy="254000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anchor="ctr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A1A1A"/>
                </a:solidFill>
                <a:latin typeface="Century Gothic"/>
                <a:ea typeface="맑은 고딕"/>
              </a:rPr>
              <a:t>Data Index (Frames)</a:t>
            </a:r>
          </a:p>
        </p:txBody>
      </p:sp>
      <p:cxnSp>
        <p:nvCxnSpPr>
          <p:cNvPr id="29" name="af_p0"/>
          <p:cNvCxnSpPr/>
          <p:nvPr/>
        </p:nvCxnSpPr>
        <p:spPr>
          <a:xfrm>
            <a:off x="1397000" y="2857500"/>
            <a:ext cx="16637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0" name="af_p1"/>
          <p:cNvCxnSpPr/>
          <p:nvPr/>
        </p:nvCxnSpPr>
        <p:spPr>
          <a:xfrm>
            <a:off x="1563370" y="29591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1" name="af_p2"/>
          <p:cNvCxnSpPr/>
          <p:nvPr/>
        </p:nvCxnSpPr>
        <p:spPr>
          <a:xfrm>
            <a:off x="1731010" y="3111500"/>
            <a:ext cx="16637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2" name="af_p3"/>
          <p:cNvCxnSpPr/>
          <p:nvPr/>
        </p:nvCxnSpPr>
        <p:spPr>
          <a:xfrm>
            <a:off x="1897380" y="3263900"/>
            <a:ext cx="16764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3" name="af_p4"/>
          <p:cNvCxnSpPr/>
          <p:nvPr/>
        </p:nvCxnSpPr>
        <p:spPr>
          <a:xfrm flipV="1">
            <a:off x="2065020" y="3111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4" name="af_p5"/>
          <p:cNvCxnSpPr/>
          <p:nvPr/>
        </p:nvCxnSpPr>
        <p:spPr>
          <a:xfrm flipV="1">
            <a:off x="2231390" y="2755900"/>
            <a:ext cx="167640" cy="355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5" name="af_p6"/>
          <p:cNvCxnSpPr/>
          <p:nvPr/>
        </p:nvCxnSpPr>
        <p:spPr>
          <a:xfrm flipV="1">
            <a:off x="2399030" y="25527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6" name="af_p7"/>
          <p:cNvCxnSpPr/>
          <p:nvPr/>
        </p:nvCxnSpPr>
        <p:spPr>
          <a:xfrm flipV="1">
            <a:off x="2565400" y="2400300"/>
            <a:ext cx="16637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7" name="af_p8"/>
          <p:cNvCxnSpPr/>
          <p:nvPr/>
        </p:nvCxnSpPr>
        <p:spPr>
          <a:xfrm flipV="1">
            <a:off x="2731770" y="2349500"/>
            <a:ext cx="167640" cy="508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8" name="af_p9"/>
          <p:cNvCxnSpPr/>
          <p:nvPr/>
        </p:nvCxnSpPr>
        <p:spPr>
          <a:xfrm>
            <a:off x="2899410" y="2349500"/>
            <a:ext cx="16637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39" name="af_p10"/>
          <p:cNvCxnSpPr/>
          <p:nvPr/>
        </p:nvCxnSpPr>
        <p:spPr>
          <a:xfrm flipV="1">
            <a:off x="3065780" y="22987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0" name="af_p11"/>
          <p:cNvCxnSpPr/>
          <p:nvPr/>
        </p:nvCxnSpPr>
        <p:spPr>
          <a:xfrm>
            <a:off x="3233420" y="2298700"/>
            <a:ext cx="16637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1" name="af_p12"/>
          <p:cNvCxnSpPr/>
          <p:nvPr/>
        </p:nvCxnSpPr>
        <p:spPr>
          <a:xfrm>
            <a:off x="3399790" y="24003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2" name="af_p13"/>
          <p:cNvCxnSpPr/>
          <p:nvPr/>
        </p:nvCxnSpPr>
        <p:spPr>
          <a:xfrm>
            <a:off x="3567430" y="25527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3" name="af_p14"/>
          <p:cNvCxnSpPr/>
          <p:nvPr/>
        </p:nvCxnSpPr>
        <p:spPr>
          <a:xfrm>
            <a:off x="3733800" y="27559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4" name="af_p15"/>
          <p:cNvCxnSpPr/>
          <p:nvPr/>
        </p:nvCxnSpPr>
        <p:spPr>
          <a:xfrm>
            <a:off x="3900170" y="29591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5" name="af_p16"/>
          <p:cNvCxnSpPr/>
          <p:nvPr/>
        </p:nvCxnSpPr>
        <p:spPr>
          <a:xfrm>
            <a:off x="4067810" y="3111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6" name="af_p17"/>
          <p:cNvCxnSpPr/>
          <p:nvPr/>
        </p:nvCxnSpPr>
        <p:spPr>
          <a:xfrm>
            <a:off x="4234180" y="3365500"/>
            <a:ext cx="16764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7" name="af_p18"/>
          <p:cNvCxnSpPr/>
          <p:nvPr/>
        </p:nvCxnSpPr>
        <p:spPr>
          <a:xfrm>
            <a:off x="4401820" y="3619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8" name="af_p19"/>
          <p:cNvCxnSpPr/>
          <p:nvPr/>
        </p:nvCxnSpPr>
        <p:spPr>
          <a:xfrm>
            <a:off x="4568190" y="3873500"/>
            <a:ext cx="16764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49" name="af_p20"/>
          <p:cNvCxnSpPr/>
          <p:nvPr/>
        </p:nvCxnSpPr>
        <p:spPr>
          <a:xfrm>
            <a:off x="4735830" y="4127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0" name="af_p21"/>
          <p:cNvCxnSpPr/>
          <p:nvPr/>
        </p:nvCxnSpPr>
        <p:spPr>
          <a:xfrm>
            <a:off x="4902200" y="43815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1" name="af_p22"/>
          <p:cNvCxnSpPr/>
          <p:nvPr/>
        </p:nvCxnSpPr>
        <p:spPr>
          <a:xfrm>
            <a:off x="5068570" y="4584700"/>
            <a:ext cx="16764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2" name="af_p23"/>
          <p:cNvCxnSpPr/>
          <p:nvPr/>
        </p:nvCxnSpPr>
        <p:spPr>
          <a:xfrm flipV="1">
            <a:off x="5236210" y="44831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3" name="af_p24"/>
          <p:cNvCxnSpPr/>
          <p:nvPr/>
        </p:nvCxnSpPr>
        <p:spPr>
          <a:xfrm flipV="1">
            <a:off x="5402580" y="4279900"/>
            <a:ext cx="16764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4" name="af_p25"/>
          <p:cNvCxnSpPr/>
          <p:nvPr/>
        </p:nvCxnSpPr>
        <p:spPr>
          <a:xfrm flipV="1">
            <a:off x="5570220" y="4076700"/>
            <a:ext cx="16637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5" name="af_p26"/>
          <p:cNvCxnSpPr/>
          <p:nvPr/>
        </p:nvCxnSpPr>
        <p:spPr>
          <a:xfrm flipV="1">
            <a:off x="5736590" y="3873500"/>
            <a:ext cx="167640" cy="2032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6" name="af_p27"/>
          <p:cNvCxnSpPr/>
          <p:nvPr/>
        </p:nvCxnSpPr>
        <p:spPr>
          <a:xfrm flipV="1">
            <a:off x="5904230" y="3619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7" name="af_p28"/>
          <p:cNvCxnSpPr/>
          <p:nvPr/>
        </p:nvCxnSpPr>
        <p:spPr>
          <a:xfrm flipV="1">
            <a:off x="6070600" y="3365500"/>
            <a:ext cx="166370" cy="2540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8" name="af_p29"/>
          <p:cNvCxnSpPr/>
          <p:nvPr/>
        </p:nvCxnSpPr>
        <p:spPr>
          <a:xfrm flipV="1">
            <a:off x="6236970" y="3263900"/>
            <a:ext cx="16764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59" name="af_p30"/>
          <p:cNvCxnSpPr/>
          <p:nvPr/>
        </p:nvCxnSpPr>
        <p:spPr>
          <a:xfrm flipV="1">
            <a:off x="6404610" y="3111500"/>
            <a:ext cx="16637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60" name="af_p31"/>
          <p:cNvCxnSpPr/>
          <p:nvPr/>
        </p:nvCxnSpPr>
        <p:spPr>
          <a:xfrm flipV="1">
            <a:off x="6570980" y="29591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61" name="af_p32"/>
          <p:cNvCxnSpPr/>
          <p:nvPr/>
        </p:nvCxnSpPr>
        <p:spPr>
          <a:xfrm flipV="1">
            <a:off x="6738620" y="2857500"/>
            <a:ext cx="166370" cy="1016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62" name="af_p33"/>
          <p:cNvCxnSpPr/>
          <p:nvPr/>
        </p:nvCxnSpPr>
        <p:spPr>
          <a:xfrm>
            <a:off x="6904990" y="2857500"/>
            <a:ext cx="167640" cy="1524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63" name="af_p34"/>
          <p:cNvCxnSpPr/>
          <p:nvPr/>
        </p:nvCxnSpPr>
        <p:spPr>
          <a:xfrm flipV="1">
            <a:off x="7072630" y="2959100"/>
            <a:ext cx="166370" cy="50800"/>
          </a:xfrm>
          <a:prstGeom prst="line">
            <a:avLst/>
          </a:prstGeom>
          <a:ln w="22860">
            <a:solidFill>
              <a:srgbClr val="1A1A1A"/>
            </a:solidFill>
          </a:ln>
          <a:effectLst/>
        </p:spPr>
      </p:cxnSp>
      <p:cxnSp>
        <p:nvCxnSpPr>
          <p:cNvPr id="64" name="z_p0"/>
          <p:cNvCxnSpPr/>
          <p:nvPr/>
        </p:nvCxnSpPr>
        <p:spPr>
          <a:xfrm>
            <a:off x="1397000" y="2882900"/>
            <a:ext cx="16637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65" name="z_p1"/>
          <p:cNvCxnSpPr/>
          <p:nvPr/>
        </p:nvCxnSpPr>
        <p:spPr>
          <a:xfrm>
            <a:off x="1563370" y="29845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66" name="z_p2"/>
          <p:cNvCxnSpPr/>
          <p:nvPr/>
        </p:nvCxnSpPr>
        <p:spPr>
          <a:xfrm>
            <a:off x="1731010" y="3136900"/>
            <a:ext cx="16637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67" name="z_p3"/>
          <p:cNvCxnSpPr/>
          <p:nvPr/>
        </p:nvCxnSpPr>
        <p:spPr>
          <a:xfrm>
            <a:off x="1897380" y="3289300"/>
            <a:ext cx="16764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68" name="z_p4"/>
          <p:cNvCxnSpPr/>
          <p:nvPr/>
        </p:nvCxnSpPr>
        <p:spPr>
          <a:xfrm flipV="1">
            <a:off x="2065020" y="3136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69" name="z_p5"/>
          <p:cNvCxnSpPr/>
          <p:nvPr/>
        </p:nvCxnSpPr>
        <p:spPr>
          <a:xfrm flipV="1">
            <a:off x="2231390" y="2781300"/>
            <a:ext cx="167640" cy="355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0" name="z_p6"/>
          <p:cNvCxnSpPr/>
          <p:nvPr/>
        </p:nvCxnSpPr>
        <p:spPr>
          <a:xfrm flipV="1">
            <a:off x="2399030" y="25781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1" name="z_p7"/>
          <p:cNvCxnSpPr/>
          <p:nvPr/>
        </p:nvCxnSpPr>
        <p:spPr>
          <a:xfrm flipV="1">
            <a:off x="2565400" y="2425700"/>
            <a:ext cx="16637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2" name="z_p8"/>
          <p:cNvCxnSpPr/>
          <p:nvPr/>
        </p:nvCxnSpPr>
        <p:spPr>
          <a:xfrm flipV="1">
            <a:off x="2731770" y="2374900"/>
            <a:ext cx="167640" cy="508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3" name="z_p9"/>
          <p:cNvCxnSpPr/>
          <p:nvPr/>
        </p:nvCxnSpPr>
        <p:spPr>
          <a:xfrm>
            <a:off x="2899410" y="2374900"/>
            <a:ext cx="16637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4" name="z_p10"/>
          <p:cNvCxnSpPr/>
          <p:nvPr/>
        </p:nvCxnSpPr>
        <p:spPr>
          <a:xfrm flipV="1">
            <a:off x="3065780" y="23241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5" name="z_p11"/>
          <p:cNvCxnSpPr/>
          <p:nvPr/>
        </p:nvCxnSpPr>
        <p:spPr>
          <a:xfrm>
            <a:off x="3233420" y="2324100"/>
            <a:ext cx="16637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6" name="z_p12"/>
          <p:cNvCxnSpPr/>
          <p:nvPr/>
        </p:nvCxnSpPr>
        <p:spPr>
          <a:xfrm>
            <a:off x="3399790" y="24257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7" name="z_p13"/>
          <p:cNvCxnSpPr/>
          <p:nvPr/>
        </p:nvCxnSpPr>
        <p:spPr>
          <a:xfrm>
            <a:off x="3567430" y="25781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8" name="z_p14"/>
          <p:cNvCxnSpPr/>
          <p:nvPr/>
        </p:nvCxnSpPr>
        <p:spPr>
          <a:xfrm>
            <a:off x="3733800" y="27813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79" name="z_p15"/>
          <p:cNvCxnSpPr/>
          <p:nvPr/>
        </p:nvCxnSpPr>
        <p:spPr>
          <a:xfrm>
            <a:off x="3900170" y="29845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0" name="z_p16"/>
          <p:cNvCxnSpPr/>
          <p:nvPr/>
        </p:nvCxnSpPr>
        <p:spPr>
          <a:xfrm>
            <a:off x="4067810" y="3136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1" name="z_p17"/>
          <p:cNvCxnSpPr/>
          <p:nvPr/>
        </p:nvCxnSpPr>
        <p:spPr>
          <a:xfrm>
            <a:off x="4234180" y="3390900"/>
            <a:ext cx="16764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2" name="z_p18"/>
          <p:cNvCxnSpPr/>
          <p:nvPr/>
        </p:nvCxnSpPr>
        <p:spPr>
          <a:xfrm>
            <a:off x="4401820" y="3644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3" name="z_p19"/>
          <p:cNvCxnSpPr/>
          <p:nvPr/>
        </p:nvCxnSpPr>
        <p:spPr>
          <a:xfrm>
            <a:off x="4568190" y="3898900"/>
            <a:ext cx="16764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4" name="z_p20"/>
          <p:cNvCxnSpPr/>
          <p:nvPr/>
        </p:nvCxnSpPr>
        <p:spPr>
          <a:xfrm>
            <a:off x="4735830" y="4152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5" name="z_p21"/>
          <p:cNvCxnSpPr/>
          <p:nvPr/>
        </p:nvCxnSpPr>
        <p:spPr>
          <a:xfrm>
            <a:off x="4902200" y="44069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6" name="z_p22"/>
          <p:cNvCxnSpPr/>
          <p:nvPr/>
        </p:nvCxnSpPr>
        <p:spPr>
          <a:xfrm>
            <a:off x="5068570" y="4610100"/>
            <a:ext cx="16764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7" name="z_p23"/>
          <p:cNvCxnSpPr/>
          <p:nvPr/>
        </p:nvCxnSpPr>
        <p:spPr>
          <a:xfrm flipV="1">
            <a:off x="5236210" y="45085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8" name="z_p24"/>
          <p:cNvCxnSpPr/>
          <p:nvPr/>
        </p:nvCxnSpPr>
        <p:spPr>
          <a:xfrm flipV="1">
            <a:off x="5402580" y="4305300"/>
            <a:ext cx="16764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89" name="z_p25"/>
          <p:cNvCxnSpPr/>
          <p:nvPr/>
        </p:nvCxnSpPr>
        <p:spPr>
          <a:xfrm flipV="1">
            <a:off x="5570220" y="4102100"/>
            <a:ext cx="16637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0" name="z_p26"/>
          <p:cNvCxnSpPr/>
          <p:nvPr/>
        </p:nvCxnSpPr>
        <p:spPr>
          <a:xfrm flipV="1">
            <a:off x="5736590" y="3898900"/>
            <a:ext cx="167640" cy="2032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1" name="z_p27"/>
          <p:cNvCxnSpPr/>
          <p:nvPr/>
        </p:nvCxnSpPr>
        <p:spPr>
          <a:xfrm flipV="1">
            <a:off x="5904230" y="3644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2" name="z_p28"/>
          <p:cNvCxnSpPr/>
          <p:nvPr/>
        </p:nvCxnSpPr>
        <p:spPr>
          <a:xfrm flipV="1">
            <a:off x="6070600" y="3390900"/>
            <a:ext cx="166370" cy="2540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3" name="z_p29"/>
          <p:cNvCxnSpPr/>
          <p:nvPr/>
        </p:nvCxnSpPr>
        <p:spPr>
          <a:xfrm flipV="1">
            <a:off x="6236970" y="3289300"/>
            <a:ext cx="16764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4" name="z_p30"/>
          <p:cNvCxnSpPr/>
          <p:nvPr/>
        </p:nvCxnSpPr>
        <p:spPr>
          <a:xfrm flipV="1">
            <a:off x="6404610" y="3136900"/>
            <a:ext cx="16637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5" name="z_p31"/>
          <p:cNvCxnSpPr/>
          <p:nvPr/>
        </p:nvCxnSpPr>
        <p:spPr>
          <a:xfrm flipV="1">
            <a:off x="6570980" y="29845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6" name="z_p32"/>
          <p:cNvCxnSpPr/>
          <p:nvPr/>
        </p:nvCxnSpPr>
        <p:spPr>
          <a:xfrm flipV="1">
            <a:off x="6738620" y="2882900"/>
            <a:ext cx="166370" cy="1016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7" name="z_p33"/>
          <p:cNvCxnSpPr/>
          <p:nvPr/>
        </p:nvCxnSpPr>
        <p:spPr>
          <a:xfrm>
            <a:off x="6904990" y="2882900"/>
            <a:ext cx="167640" cy="1524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cxnSp>
        <p:nvCxnSpPr>
          <p:cNvPr id="98" name="z_p34"/>
          <p:cNvCxnSpPr/>
          <p:nvPr/>
        </p:nvCxnSpPr>
        <p:spPr>
          <a:xfrm flipV="1">
            <a:off x="7072630" y="2984500"/>
            <a:ext cx="166370" cy="50800"/>
          </a:xfrm>
          <a:prstGeom prst="line">
            <a:avLst/>
          </a:prstGeom>
          <a:ln w="15240">
            <a:solidFill>
              <a:srgbClr val="E63312"/>
            </a:solidFill>
          </a:ln>
          <a:effectLst/>
        </p:spPr>
      </p:cxnSp>
      <p:sp>
        <p:nvSpPr>
          <p:cNvPr id="99" name="pt_max"/>
          <p:cNvSpPr/>
          <p:nvPr/>
        </p:nvSpPr>
        <p:spPr>
          <a:xfrm>
            <a:off x="3195320" y="2260600"/>
            <a:ext cx="76200" cy="76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0" name="pt_min"/>
          <p:cNvSpPr/>
          <p:nvPr/>
        </p:nvSpPr>
        <p:spPr>
          <a:xfrm>
            <a:off x="5198110" y="4648200"/>
            <a:ext cx="76200" cy="76200"/>
          </a:xfrm>
          <a:prstGeom prst="ellipse">
            <a:avLst/>
          </a:prstGeom>
          <a:solidFill>
            <a:srgbClr val="1A1A1A"/>
          </a:solidFill>
          <a:ln>
            <a:noFill/>
          </a:ln>
          <a:effectLst/>
        </p:spPr>
        <p:txBody>
          <a:bodyPr rtlCol="0" anchor="ctr" wrap="square">
            <a:noAutofit/>
          </a:bodyPr>
          <a:lstStyle/>
          <a:p>
            <a:pPr algn="ctr"/>
          </a:p>
        </p:txBody>
      </p:sp>
      <p:sp>
        <p:nvSpPr>
          <p:cNvPr id="101" name="card_p2p_af"/>
          <p:cNvSpPr/>
          <p:nvPr/>
        </p:nvSpPr>
        <p:spPr>
          <a:xfrm>
            <a:off x="8382000" y="1333500"/>
            <a:ext cx="3048000" cy="1460500"/>
          </a:xfrm>
          <a:prstGeom prst="rect">
            <a:avLst/>
          </a:prstGeom>
          <a:solidFill>
            <a:srgbClr val="1A1A1A">
              <a:alpha val="5098"/>
            </a:srgbClr>
          </a:solidFill>
          <a:ln>
            <a:noFill/>
          </a:ln>
          <a:effectLst/>
        </p:spPr>
        <p:txBody>
          <a:bodyPr rtlCol="0" anchor="t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AF_Diff (상대 오차) 분석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entury Gothic"/>
                <a:ea typeface="맑은 고딕"/>
              </a:rPr>
              <a:t>• Max Value: </a:t>
            </a: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+11 um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entury Gothic"/>
                <a:ea typeface="맑은 고딕"/>
              </a:rPr>
              <a:t>• Min Value: </a:t>
            </a: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-36 um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• Peak-to-Peak: </a:t>
            </a:r>
            <a:r>
              <a:rPr sz="1100" b="1" i="0">
                <a:solidFill>
                  <a:srgbClr val="E63312"/>
                </a:solidFill>
                <a:latin typeface="Century Gothic"/>
                <a:ea typeface="맑은 고딕"/>
              </a:rPr>
              <a:t>47 um</a:t>
            </a:r>
          </a:p>
        </p:txBody>
      </p:sp>
      <p:sp>
        <p:nvSpPr>
          <p:cNvPr id="102" name="card_p2p_z"/>
          <p:cNvSpPr/>
          <p:nvPr/>
        </p:nvSpPr>
        <p:spPr>
          <a:xfrm>
            <a:off x="8382000" y="3048000"/>
            <a:ext cx="3048000" cy="1524000"/>
          </a:xfrm>
          <a:prstGeom prst="rect">
            <a:avLst/>
          </a:prstGeom>
          <a:solidFill>
            <a:srgbClr val="E63312">
              <a:alpha val="5882"/>
            </a:srgbClr>
          </a:solidFill>
          <a:ln>
            <a:noFill/>
          </a:ln>
          <a:effectLst/>
        </p:spPr>
        <p:txBody>
          <a:bodyPr rtlCol="0" anchor="t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63312"/>
                </a:solidFill>
                <a:latin typeface="Century Gothic"/>
                <a:ea typeface="맑은 고딕"/>
              </a:rPr>
              <a:t>Z-Axis Feedback 변위 분석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entury Gothic"/>
                <a:ea typeface="맑은 고딕"/>
              </a:rPr>
              <a:t>• Max Pos: </a:t>
            </a: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-0.068 mm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entury Gothic"/>
                <a:ea typeface="맑은 고딕"/>
              </a:rPr>
              <a:t>• Min Pos: </a:t>
            </a: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-0.115 mm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• P-to-P Delta: </a:t>
            </a:r>
            <a:r>
              <a:rPr sz="1100" b="1" i="0">
                <a:solidFill>
                  <a:srgbClr val="E63312"/>
                </a:solidFill>
                <a:latin typeface="Century Gothic"/>
                <a:ea typeface="맑은 고딕"/>
              </a:rPr>
              <a:t>0.047 mm</a:t>
            </a:r>
          </a:p>
        </p:txBody>
      </p:sp>
      <p:sp>
        <p:nvSpPr>
          <p:cNvPr id="103" name="card_conclusion"/>
          <p:cNvSpPr/>
          <p:nvPr/>
        </p:nvSpPr>
        <p:spPr>
          <a:xfrm>
            <a:off x="8382000" y="4826000"/>
            <a:ext cx="3048000" cy="1333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t" wrap="square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Peak-to-Peak 추종도 (고해상도)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entury Gothic"/>
                <a:ea typeface="맑은 고딕"/>
              </a:rPr>
              <a:t>P-to-P 차이 극소 (0.1um 이내)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A1A1A"/>
                </a:solidFill>
                <a:latin typeface="Century Gothic"/>
                <a:ea typeface="맑은 고딕"/>
              </a:rPr>
              <a:t>• 프로파일 일치율: </a:t>
            </a:r>
            <a:r>
              <a:rPr sz="1100" b="1" i="0">
                <a:solidFill>
                  <a:srgbClr val="E63312"/>
                </a:solidFill>
                <a:latin typeface="Century Gothic"/>
                <a:ea typeface="맑은 고딕"/>
              </a:rPr>
              <a:t>99.8%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12178</TotalTime>
  <Words>2491</Words>
  <Application>Microsoft Office PowerPoint</Application>
  <PresentationFormat>와이드스크린</PresentationFormat>
  <Paragraphs>537</Paragraphs>
  <Slides>23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23</vt:i4>
      </vt:variant>
    </vt:vector>
  </HeadingPairs>
  <TitlesOfParts>
    <vt:vector size="29" baseType="lpstr">
      <vt:lpstr>맑은 고딕</vt:lpstr>
      <vt:lpstr>뷰웍스 B</vt:lpstr>
      <vt:lpstr>뷰웍스 L</vt:lpstr>
      <vt:lpstr>뷰웍스 M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김선주 (Seonju Kim)</dc:creator>
  <cp:lastModifiedBy>정찬우 (Chris Jeong)</cp:lastModifiedBy>
  <cp:revision>63</cp:revision>
  <dcterms:created xsi:type="dcterms:W3CDTF">2022-12-22T04:18:11Z</dcterms:created>
  <dcterms:modified xsi:type="dcterms:W3CDTF">2026-07-12T14:46:19Z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949e95-bfdd-47e3-8791-5bfa694cfbe0_Enabled">
    <vt:lpwstr>True</vt:lpwstr>
  </property>
  <property fmtid="{D5CDD505-2E9C-101B-9397-08002B2CF9AE}" pid="3" name="MSIP_Label_f7949e95-bfdd-47e3-8791-5bfa694cfbe0_SiteId">
    <vt:lpwstr>09b926a1-c30f-4465-a6d8-6fb133ff32d4</vt:lpwstr>
  </property>
  <property fmtid="{D5CDD505-2E9C-101B-9397-08002B2CF9AE}" pid="4" name="MSIP_Label_f7949e95-bfdd-47e3-8791-5bfa694cfbe0_Owner">
    <vt:lpwstr>2017393@vieworks.com</vt:lpwstr>
  </property>
  <property fmtid="{D5CDD505-2E9C-101B-9397-08002B2CF9AE}" pid="5" name="MSIP_Label_f7949e95-bfdd-47e3-8791-5bfa694cfbe0_SetDate">
    <vt:lpwstr>2023-01-02T05:20:32.5212761Z</vt:lpwstr>
  </property>
  <property fmtid="{D5CDD505-2E9C-101B-9397-08002B2CF9AE}" pid="6" name="MSIP_Label_f7949e95-bfdd-47e3-8791-5bfa694cfbe0_Name">
    <vt:lpwstr>Public</vt:lpwstr>
  </property>
  <property fmtid="{D5CDD505-2E9C-101B-9397-08002B2CF9AE}" pid="7" name="MSIP_Label_f7949e95-bfdd-47e3-8791-5bfa694cfbe0_Application">
    <vt:lpwstr>Microsoft Azure Information Protection</vt:lpwstr>
  </property>
  <property fmtid="{D5CDD505-2E9C-101B-9397-08002B2CF9AE}" pid="8" name="MSIP_Label_f7949e95-bfdd-47e3-8791-5bfa694cfbe0_ActionId">
    <vt:lpwstr>1727fbb5-6199-440a-8299-e23c915f8179</vt:lpwstr>
  </property>
  <property fmtid="{D5CDD505-2E9C-101B-9397-08002B2CF9AE}" pid="9" name="MSIP_Label_f7949e95-bfdd-47e3-8791-5bfa694cfbe0_Extended_MSFT_Method">
    <vt:lpwstr>Automatic</vt:lpwstr>
  </property>
  <property fmtid="{D5CDD505-2E9C-101B-9397-08002B2CF9AE}" pid="10" name="MSIP_Label_7343311a-a301-4b9f-bcd5-6665ecc1ef0a_Enabled">
    <vt:lpwstr>True</vt:lpwstr>
  </property>
  <property fmtid="{D5CDD505-2E9C-101B-9397-08002B2CF9AE}" pid="11" name="MSIP_Label_7343311a-a301-4b9f-bcd5-6665ecc1ef0a_SiteId">
    <vt:lpwstr>09b926a1-c30f-4465-a6d8-6fb133ff32d4</vt:lpwstr>
  </property>
  <property fmtid="{D5CDD505-2E9C-101B-9397-08002B2CF9AE}" pid="12" name="MSIP_Label_7343311a-a301-4b9f-bcd5-6665ecc1ef0a_SetDate">
    <vt:lpwstr>2022-12-22T04:18:11Z</vt:lpwstr>
  </property>
  <property fmtid="{D5CDD505-2E9C-101B-9397-08002B2CF9AE}" pid="13" name="MSIP_Label_7343311a-a301-4b9f-bcd5-6665ecc1ef0a_Name">
    <vt:lpwstr>Open Label</vt:lpwstr>
  </property>
  <property fmtid="{D5CDD505-2E9C-101B-9397-08002B2CF9AE}" pid="14" name="MSIP_Label_7343311a-a301-4b9f-bcd5-6665ecc1ef0a_ActionId">
    <vt:lpwstr>a4997688-5cc0-45ae-9944-05ef2e6fe406</vt:lpwstr>
  </property>
  <property fmtid="{D5CDD505-2E9C-101B-9397-08002B2CF9AE}" pid="15" name="MSIP_Label_7343311a-a301-4b9f-bcd5-6665ecc1ef0a_Extended_MSFT_Method">
    <vt:lpwstr>Automatic</vt:lpwstr>
  </property>
  <property fmtid="{D5CDD505-2E9C-101B-9397-08002B2CF9AE}" pid="16" name="Sensitivity">
    <vt:lpwstr>Public Open Label</vt:lpwstr>
  </property>
</Properties>
</file>
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0000FF">
                <a:alpha val="25098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0FF00">
                    <a:alpha val="5882"/>
                  </a:srgbClr>
                </a:solidFill>
              </a:rPr>
              <a:t>Hello Alpha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
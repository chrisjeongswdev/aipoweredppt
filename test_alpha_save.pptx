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rgbClr val="FF0000">
              <a:alpha val="5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